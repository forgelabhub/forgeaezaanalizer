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Автопродление отключено · 2,0</c:v>
                </c:pt>
                <c:pt idx="2">
                  <c:v>Недостаточно средств для продления · 2,0</c:v>
                </c:pt>
                <c:pt idx="3">
                  <c:v>Ожидание продления · 2,5</c:v>
                </c:pt>
                <c:pt idx="4">
                  <c:v>Услуга приостановлена · 1,0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2.0</c:v>
                </c:pt>
                <c:pt idx="2">
                  <c:v>0.0</c:v>
                </c:pt>
                <c:pt idx="3">
                  <c:v>2.5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71,4),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71,4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4 206,69 €.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</a:t>
            </a:r>
          </a:p>
          <a:p>
            <a:r>
              <a:t>7,5 из 10,5 — отсюда 71,4.</a:t>
            </a:r>
          </a:p>
          <a:p>
            <a:r>
              <a:t>Крупнейшие вклады: близость даты окончания — 3.0,</a:t>
            </a:r>
          </a:p>
          <a:p>
            <a:r>
              <a:t>ожидание продления — 2.5,</a:t>
            </a:r>
          </a:p>
          <a:p>
            <a:r>
              <a:t>автопродление отключено — 2.0.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4 206,69 €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Клиентов высокого риска:</a:t>
            </a:r>
          </a:p>
          <a:p>
            <a:r>
              <a:t>3 → 3, среднего: 3 → 3. Выручка под риском: 5,80 → 7,72 €.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выручка 5,80 → 7,72 €,</a:t>
            </a:r>
          </a:p>
          <a:p>
            <a:r>
              <a:t>сумма весов 13.0 → 19.0. Затем открыть карточку клиента #10 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ХАКАТОН ОСЕНЬ 2026 · ДГТУ · РОСТОВ-НА-ДОНУ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284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аналитика риска оттока клиентов хостинг-провайдера.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553758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45806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8399" cy="9815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405491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750875"/>
            <a:ext cx="3114365" cy="118685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750875"/>
            <a:ext cx="3114365" cy="1186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175469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390353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22357"/>
            <a:ext cx="6741871" cy="63162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981856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балл 71,4 при сумме весов 13.0. Ниже — фактические вклады 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10,5. Сумма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вкладов 7,5 из 10,5 — отсюда 71,4,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255671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22 240,73 €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четырём продлениям: 0,32 + 0,77 + 1,57 + 3,08 = 5,80 €.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8650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48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13.0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13.0 до 19.0, вклад фактора — с 3.0 до 9.0, поэтому балл service-0030 стал 81,8.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РИСК ВИДЕН · ПРИЧИНЫ ПОНЯТНЫ · ШАГ ОПРЕДЕЛЁН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возможность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Хакатон Осень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